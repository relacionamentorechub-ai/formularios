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HUB DE NEGÓCIOS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PROPOSTA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COMERCIAL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ecossistema de conexões e soluções para sua empresa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SUL PNEUS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SOMOS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73152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Prazer,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somos do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 HUB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28600" y="3154680"/>
            <a:ext cx="10972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somos uma agência tradicional.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548640"/>
            <a:ext cx="27432" cy="4114800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82296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 HUB é um ecossistema estratégico para empresas que querem crescer de forma estruturada.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Atuamos conectando estratégia, marketing, processos comerciais e conexões empresariais — ajudando negócios a se posicionarem melhor, venderem mais e acessarem novas oportunidades.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POSICIONAMENTO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HUB REC não é um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fornecedor de serviços.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0" y="2697480"/>
            <a:ext cx="1828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8803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ecossistema estratégico que ajuda empresários a pensar,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e escalar seus negócios — com conexões reais e resultados concretos.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Centro Sul Pneus — situação atual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97764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 QUE VOCÊ JÁ 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840480" cy="1737360"/>
          </a:xfrm>
          <a:prstGeom prst="rect">
            <a:avLst/>
          </a:prstGeom>
          <a:noFill/>
          <a:ln/>
        </p:spPr>
        <p:txBody>
          <a:bodyPr wrap="square" lIns="1905" tIns="2540" rIns="2540" bIns="1905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ativo e presença no Google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digitais criados (Instagram e Facebook)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estruturada — não está começando do zero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92040" y="1051560"/>
            <a:ext cx="3977640" cy="41148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51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 QUE ESTÁ TRAVANDO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749040" cy="1737360"/>
          </a:xfrm>
          <a:prstGeom prst="rect">
            <a:avLst/>
          </a:prstGeom>
          <a:noFill/>
          <a:ln/>
        </p:spPr>
        <p:txBody>
          <a:bodyPr wrap="square" lIns="1905" tIns="2540" rIns="2540" bIns="1905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consistência e estratégia nas redes sociais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 Facebook subutilizados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presença ativa, o tráfego pago também fica limitado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existe — falta ativação estratégica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429000"/>
            <a:ext cx="8595360" cy="146304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429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está em ativar o que você já tem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conteúdo, posicionamento e tráfego pago atuando juntos.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REC 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7315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Mais que marketing.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parceiro estratégico.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8600" y="228600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 HUB entra na Centro Sul Pneus não apenas como execução de marketing, mas como um parceiro estratégico de crescimento.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diferencial está em transformar a estrutura que a empresa já possui em uma máquina de geração de demanda e vendas — através de estratégia integrada que conecta conteúdo, posicionamento, tráfego pago e comercial.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trata apenas de postar. É construir comunicação que gere autoridade, atraia os clientes certos e converta em faturamento.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548640"/>
            <a:ext cx="27432" cy="4572000"/>
          </a:xfrm>
          <a:prstGeom prst="rect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685800"/>
            <a:ext cx="3931920" cy="1143000"/>
          </a:xfrm>
          <a:prstGeom prst="rect">
            <a:avLst/>
          </a:prstGeom>
          <a:solidFill>
            <a:srgbClr val="1C1C1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777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1143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e produção com foco em autoridade e vendas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2103120"/>
            <a:ext cx="3931920" cy="1143000"/>
          </a:xfrm>
          <a:prstGeom prst="rect">
            <a:avLst/>
          </a:prstGeom>
          <a:solidFill>
            <a:srgbClr val="1C1C1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PAGO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2560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integradas ao posicionamento da marca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3520440"/>
            <a:ext cx="3931920" cy="1143000"/>
          </a:xfrm>
          <a:prstGeom prst="rect">
            <a:avLst/>
          </a:prstGeom>
          <a:solidFill>
            <a:srgbClr val="1C1C1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3977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vendas alinhados para converter leads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 Estratégico Mensal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14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R$ 2.950,00 / mês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029200" cy="2743200"/>
          </a:xfrm>
          <a:prstGeom prst="rect">
            <a:avLst/>
          </a:prstGeom>
          <a:noFill/>
          <a:ln/>
        </p:spPr>
        <p:txBody>
          <a:bodyPr wrap="square" lIns="2540" tIns="0" rIns="0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 estratégica do posicionamento digital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mensal de conteúdo com foco em vendas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Direcionamento de comunicação e autoridade de marca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 e direção de conteúdo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de conteúdo — 1x por mês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2103120"/>
            <a:ext cx="3108960" cy="27432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06440" y="26517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com duração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de 12 meses.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COMPLETO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R$ 4.900,00 / mês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657600" y="1920240"/>
            <a:ext cx="1828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6280" y="2057400"/>
            <a:ext cx="27432" cy="2880360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03120"/>
            <a:ext cx="54864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03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e Posicionamento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54864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Roteiros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54864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 de conteúdo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54864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em loja — 1x por mês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297680"/>
            <a:ext cx="54864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97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10 vídeos entre equipe e loja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103120"/>
            <a:ext cx="54864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103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externa em clientes — 2x por mês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651760"/>
            <a:ext cx="54864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651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3 clientes por captação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200400"/>
            <a:ext cx="54864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200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vídeos editados por visita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749040"/>
            <a:ext cx="54864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749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dos takes crus e fotos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4297680"/>
            <a:ext cx="54864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297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mínimo: 12 meses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desenvolver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 E DIREÇÃO DE CONTEÚDO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conteúdo será pensado antes de ser gravado. Roteiros estratégicos focados em: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3840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Humanização da marca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e identidade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Conteúdos leves e atuais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adaptadas à identidade da marca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4114800" cy="64008"/>
          </a:xfrm>
          <a:prstGeom prst="rect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704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CONTEÚDO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na Loja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mensal com foco em conteúdo orgânico — bastidores, posicionamento e conexão com a marca.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2880360"/>
            <a:ext cx="347472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em Clientes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3832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externa com conteúdo alinhado ao posicionamento da marca — foco em experiência, pertencimento e conexão, sem perder naturalidade.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aí, vamos começar?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 HUB existe para ajudar empresas a pensar, estruturar e escalar seus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negócios com mais clareza, estratégia e oportunidades reais.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proposta tem validade de 7 dias a contar da data de envio.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HUB DE NEGÓCIOS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 - PROPOSTA COMERCIAL</dc:title>
  <dc:subject>PptxGenJS Presentation</dc:subject>
  <dc:creator>REC HUB de Negócios</dc:creator>
  <cp:lastModifiedBy>REC HUB de Negócios</cp:lastModifiedBy>
  <cp:revision>1</cp:revision>
  <dcterms:created xsi:type="dcterms:W3CDTF">2026-04-15T19:09:41Z</dcterms:created>
  <dcterms:modified xsi:type="dcterms:W3CDTF">2026-04-15T19:09:41Z</dcterms:modified>
</cp:coreProperties>
</file>